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7" r:id="rId2"/>
    <p:sldId id="3599" r:id="rId3"/>
    <p:sldId id="3600" r:id="rId4"/>
    <p:sldId id="3601" r:id="rId5"/>
    <p:sldId id="360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D0D0-7166-F3BC-581E-62AF34047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43B70-206D-FC06-D3AF-53C359BB9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85A7-6CE5-2432-4369-71F8EB4D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E72C5-D83C-0B79-886E-E39AB6D8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8BB88-6D1F-AC92-5D9D-D0EFB9B4E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18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A5ED-40B4-2A88-E819-BF5E5FF9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42DD-0475-7E0C-1711-DCBA3C3CC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7C47B-FA64-C692-76CF-8E4B20FB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8FD6E-9AFE-DF0E-0630-BFE5BA60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F1E24-E96A-6C97-D87B-CF51872E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7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3E47A-F65B-1812-BD84-872B839A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F9C57-9F06-9AFB-0A12-929F8DEDB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4F506-3BAA-B661-E5E1-C9B46805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75628-C09F-BF25-26BA-4F24F018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6041-6700-49D5-9027-409D14A4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5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13E7-119E-A555-9D9D-2CACFF6C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FF9C2-75B1-1568-B3C6-011AF3C5D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D002C-ECC6-4BF2-D503-D8EE01D0A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2FD41-00A8-CEA9-924C-01AE002BB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A1BE3-5EC5-8907-44A6-C4EE24FE6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72BC4F-F972-D2EA-74B0-44A2D1F9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7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C5A1-4118-0CBD-7566-308A61A4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A0846-7449-1F53-3D6E-7C1FA750C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E1226-BEF5-3789-9545-B52FCB575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17016-65C1-35D5-E5BF-8188F7AEB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D494A-9232-CB7D-25C1-D25BDDD16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DCADE-12BE-07E3-C00A-BB31C542E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6C2BB8-95D8-30D2-9C12-B845571E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01670-D674-7811-7E2E-1A963CD5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894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7AC33-0291-9832-3E5D-47BA201A6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2CD8C-8894-3D8B-287B-C467C1509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8A50F-FDED-77ED-E84A-C95C09CAE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75C70-1C9D-F5F5-ABC4-8D9B503F2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1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BF785-F754-8EDD-8A4F-E01FDB227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D9F470-6A77-D78F-D385-866937789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95068-3A3F-FC7D-3255-0D0BB6ED2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7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8891E-F562-66C4-393C-C0CF54811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DEF4-FEF6-10EB-802C-6FF97B56E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2F640-4C76-2A07-3D97-D4899B267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E740F-6087-FFD3-BB37-9D8EB2BB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311D9-4803-BA64-C639-2DE0F059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E1E95-83AC-90AB-348C-C8D98048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33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EC79-026E-A9E5-0733-C86B10EF0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003F70-4C98-810A-D1DB-F7A320E53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D4565-A5CE-0A47-1238-62B1561F0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E63A8-F230-9D17-432D-138C1373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F5FCC-9A0F-5E81-D01A-E5755DBA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2964F-3C15-21F8-C17B-53FDB2B19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673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8ECAC-6E41-AFA1-5AF4-1985F5CF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8FC1D-E99D-ED87-049B-404E15ED3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CB5E-3DB4-6FF6-9712-A6FF7B20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B5037-D68C-8044-DE60-5D10C87CC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1FB8-7D77-6CBE-2F2C-5FA18A131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03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59C34-58F1-F0AD-B964-1D03DEF8E5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3A7B84-7A5C-A294-9508-E51B94C1C9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6A422-03EB-472A-3CBB-9E942188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1A31D-27D8-C4DC-017F-28ADBFDED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000A2-028D-C49E-0C7C-6FC30B3D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49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63288-8A31-AC22-8C53-0E3E79C3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8599-FBA9-1B2E-90B6-1E348E2A8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3B7C9-557B-6230-58DF-376F8C59A5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95FEC-9D82-42E9-8DBC-5229691476AE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47C00-342E-C70C-915D-14E591957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0FD33-D93A-19B9-863D-7FCBDF0AC0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CF234-D269-4347-8057-5E6D0AA89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80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B02404-A4D3-1720-F7E7-13237F0A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29" y="-897217"/>
            <a:ext cx="6568920" cy="7315389"/>
          </a:xfrm>
          <a:prstGeom prst="rect">
            <a:avLst/>
          </a:prstGeom>
        </p:spPr>
      </p:pic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8CD0FE7-A71E-581E-3F05-32C327180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698" y="708542"/>
            <a:ext cx="3842113" cy="2183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1D0B37-3DDF-79BB-882A-2E42BA9A2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7" y="2991859"/>
            <a:ext cx="5120640" cy="342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017A2A-DFD0-7622-9A2D-136610D02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6059" y="1964031"/>
            <a:ext cx="14752320" cy="4857178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9445013-79C9-96C9-36CA-03E44F2C4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84" y="36791"/>
            <a:ext cx="4397343" cy="40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28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B46B9-8164-3CCD-CA08-E842AF810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045" y="2561208"/>
            <a:ext cx="6217920" cy="4226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987651-BB71-8058-D060-DB54F5F15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07" y="70459"/>
            <a:ext cx="7476943" cy="358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29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097CD1-DB59-8171-56FF-C3E7FAAB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56" y="99411"/>
            <a:ext cx="6583680" cy="3489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138AAD-566C-CFB3-CA5B-6DEC28CD5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252" y="3343937"/>
            <a:ext cx="6816473" cy="3414655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E271C7A5-C4C5-09A4-64A5-4F51570AD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476995"/>
            <a:ext cx="4572000" cy="2489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8A80D6-85EA-07E2-7126-CDC5C4F96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202" y="3588603"/>
            <a:ext cx="4206240" cy="328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AA7BFBC-8DF4-A877-4A29-9CAFBE01B45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040" y="93077"/>
            <a:ext cx="5394960" cy="3653133"/>
          </a:xfrm>
          <a:prstGeom prst="rect">
            <a:avLst/>
          </a:prstGeom>
        </p:spPr>
      </p:pic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6109E9B-CA61-0A81-33FD-607207F859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7215" y="420645"/>
            <a:ext cx="3108960" cy="63518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265B27-2424-98BF-9905-AADDD969B7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7442" y="3949062"/>
            <a:ext cx="5577840" cy="2908938"/>
          </a:xfrm>
          <a:prstGeom prst="rect">
            <a:avLst/>
          </a:prstGeom>
          <a:scene3d>
            <a:camera prst="orthographicFront">
              <a:rot lat="0" lon="10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51993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Johnson</dc:creator>
  <cp:lastModifiedBy>Matt Johnson</cp:lastModifiedBy>
  <cp:revision>1</cp:revision>
  <dcterms:created xsi:type="dcterms:W3CDTF">2026-08-06T16:14:57Z</dcterms:created>
  <dcterms:modified xsi:type="dcterms:W3CDTF">2026-08-06T16:15:34Z</dcterms:modified>
</cp:coreProperties>
</file>